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Schoolbook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Schoolbook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Schoolbook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Schoolbook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Schoolbook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Schoolbook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Schoolbook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Schoolbook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Schoolbook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D4D5"/>
          </a:solidFill>
        </a:fill>
      </a:tcStyle>
    </a:wholeTbl>
    <a:band2H>
      <a:tcTxStyle b="def" i="def"/>
      <a:tcStyle>
        <a:tcBdr/>
        <a:fill>
          <a:solidFill>
            <a:srgbClr val="EBEBEB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1E5D9"/>
          </a:solidFill>
        </a:fill>
      </a:tcStyle>
    </a:wholeTbl>
    <a:band2H>
      <a:tcTxStyle b="def" i="def"/>
      <a:tcStyle>
        <a:tcBdr/>
        <a:fill>
          <a:solidFill>
            <a:srgbClr val="F0F3E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D4D1"/>
          </a:solidFill>
        </a:fill>
      </a:tcStyle>
    </a:wholeTbl>
    <a:band2H>
      <a:tcTxStyle b="def" i="def"/>
      <a:tcStyle>
        <a:tcBdr/>
        <a:fill>
          <a:solidFill>
            <a:srgbClr val="EFEBE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6" name="Shape 9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entury Schoolbook"/>
      </a:defRPr>
    </a:lvl1pPr>
    <a:lvl2pPr indent="228600" defTabSz="457200" latinLnBrk="0">
      <a:defRPr sz="1200">
        <a:latin typeface="+mn-lt"/>
        <a:ea typeface="+mn-ea"/>
        <a:cs typeface="+mn-cs"/>
        <a:sym typeface="Century Schoolbook"/>
      </a:defRPr>
    </a:lvl2pPr>
    <a:lvl3pPr indent="457200" defTabSz="457200" latinLnBrk="0">
      <a:defRPr sz="1200">
        <a:latin typeface="+mn-lt"/>
        <a:ea typeface="+mn-ea"/>
        <a:cs typeface="+mn-cs"/>
        <a:sym typeface="Century Schoolbook"/>
      </a:defRPr>
    </a:lvl3pPr>
    <a:lvl4pPr indent="685800" defTabSz="457200" latinLnBrk="0">
      <a:defRPr sz="1200">
        <a:latin typeface="+mn-lt"/>
        <a:ea typeface="+mn-ea"/>
        <a:cs typeface="+mn-cs"/>
        <a:sym typeface="Century Schoolbook"/>
      </a:defRPr>
    </a:lvl4pPr>
    <a:lvl5pPr indent="914400" defTabSz="457200" latinLnBrk="0">
      <a:defRPr sz="1200">
        <a:latin typeface="+mn-lt"/>
        <a:ea typeface="+mn-ea"/>
        <a:cs typeface="+mn-cs"/>
        <a:sym typeface="Century Schoolbook"/>
      </a:defRPr>
    </a:lvl5pPr>
    <a:lvl6pPr indent="1143000" defTabSz="457200" latinLnBrk="0">
      <a:defRPr sz="1200">
        <a:latin typeface="+mn-lt"/>
        <a:ea typeface="+mn-ea"/>
        <a:cs typeface="+mn-cs"/>
        <a:sym typeface="Century Schoolbook"/>
      </a:defRPr>
    </a:lvl6pPr>
    <a:lvl7pPr indent="1371600" defTabSz="457200" latinLnBrk="0">
      <a:defRPr sz="1200">
        <a:latin typeface="+mn-lt"/>
        <a:ea typeface="+mn-ea"/>
        <a:cs typeface="+mn-cs"/>
        <a:sym typeface="Century Schoolbook"/>
      </a:defRPr>
    </a:lvl7pPr>
    <a:lvl8pPr indent="1600200" defTabSz="457200" latinLnBrk="0">
      <a:defRPr sz="1200">
        <a:latin typeface="+mn-lt"/>
        <a:ea typeface="+mn-ea"/>
        <a:cs typeface="+mn-cs"/>
        <a:sym typeface="Century Schoolbook"/>
      </a:defRPr>
    </a:lvl8pPr>
    <a:lvl9pPr indent="1828800" defTabSz="457200" latinLnBrk="0">
      <a:defRPr sz="1200">
        <a:latin typeface="+mn-lt"/>
        <a:ea typeface="+mn-ea"/>
        <a:cs typeface="+mn-cs"/>
        <a:sym typeface="Century Schoolbook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bg>
      <p:bgPr>
        <a:solidFill>
          <a:srgbClr val="353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/>
          <p:nvPr>
            <p:ph type="title"/>
          </p:nvPr>
        </p:nvSpPr>
        <p:spPr>
          <a:xfrm>
            <a:off x="1261872" y="758951"/>
            <a:ext cx="9418320" cy="4041649"/>
          </a:xfrm>
          <a:prstGeom prst="rect">
            <a:avLst/>
          </a:prstGeom>
        </p:spPr>
        <p:txBody>
          <a:bodyPr/>
          <a:lstStyle>
            <a:lvl1pPr>
              <a:lnSpc>
                <a:spcPct val="85000"/>
              </a:lnSpc>
              <a:defRPr sz="72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3" name="Body Level One…"/>
          <p:cNvSpPr txBox="1"/>
          <p:nvPr>
            <p:ph type="body" sz="quarter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spc="9" sz="2200">
                <a:solidFill>
                  <a:srgbClr val="BFBFBF"/>
                </a:solidFill>
              </a:defRPr>
            </a:lvl1pPr>
            <a:lvl2pPr marL="0" indent="457200">
              <a:buClrTx/>
              <a:buSzTx/>
              <a:buFontTx/>
              <a:buNone/>
              <a:defRPr spc="9" sz="2200">
                <a:solidFill>
                  <a:srgbClr val="BFBFBF"/>
                </a:solidFill>
              </a:defRPr>
            </a:lvl2pPr>
            <a:lvl3pPr marL="0" indent="914400">
              <a:buClrTx/>
              <a:buSzTx/>
              <a:buFontTx/>
              <a:buNone/>
              <a:defRPr spc="9" sz="2200">
                <a:solidFill>
                  <a:srgbClr val="BFBFBF"/>
                </a:solidFill>
              </a:defRPr>
            </a:lvl3pPr>
            <a:lvl4pPr marL="0" indent="1371600">
              <a:buClrTx/>
              <a:buSzTx/>
              <a:buFontTx/>
              <a:buNone/>
              <a:defRPr spc="9" sz="2200">
                <a:solidFill>
                  <a:srgbClr val="BFBFBF"/>
                </a:solidFill>
              </a:defRPr>
            </a:lvl4pPr>
            <a:lvl5pPr marL="0" indent="1828800">
              <a:buClrTx/>
              <a:buSzTx/>
              <a:buFontTx/>
              <a:buNone/>
              <a:defRPr spc="9" sz="2200">
                <a:solidFill>
                  <a:srgbClr val="BFBFB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6A6A6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Text"/>
          <p:cNvSpPr txBox="1"/>
          <p:nvPr>
            <p:ph type="title"/>
          </p:nvPr>
        </p:nvSpPr>
        <p:spPr>
          <a:xfrm>
            <a:off x="1261872" y="365759"/>
            <a:ext cx="9692641" cy="132556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3" name="Body Level One…"/>
          <p:cNvSpPr txBox="1"/>
          <p:nvPr>
            <p:ph type="body" idx="1"/>
          </p:nvPr>
        </p:nvSpPr>
        <p:spPr>
          <a:xfrm>
            <a:off x="1261872" y="1828800"/>
            <a:ext cx="859536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Text"/>
          <p:cNvSpPr txBox="1"/>
          <p:nvPr>
            <p:ph type="title"/>
          </p:nvPr>
        </p:nvSpPr>
        <p:spPr>
          <a:xfrm>
            <a:off x="1261872" y="758951"/>
            <a:ext cx="9418320" cy="4041649"/>
          </a:xfrm>
          <a:prstGeom prst="rect">
            <a:avLst/>
          </a:prstGeom>
        </p:spPr>
        <p:txBody>
          <a:bodyPr/>
          <a:lstStyle>
            <a:lvl1pPr>
              <a:lnSpc>
                <a:spcPct val="85000"/>
              </a:lnSpc>
              <a:defRPr sz="7200"/>
            </a:lvl1pPr>
          </a:lstStyle>
          <a:p>
            <a:pPr/>
            <a:r>
              <a:t>Title Text</a:t>
            </a:r>
          </a:p>
        </p:txBody>
      </p:sp>
      <p:sp>
        <p:nvSpPr>
          <p:cNvPr id="32" name="Body Level One…"/>
          <p:cNvSpPr txBox="1"/>
          <p:nvPr>
            <p:ph type="body" sz="quarter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spc="9" sz="2200">
                <a:solidFill>
                  <a:srgbClr val="595959"/>
                </a:solidFill>
              </a:defRPr>
            </a:lvl1pPr>
            <a:lvl2pPr marL="0" indent="457200">
              <a:buClrTx/>
              <a:buSzTx/>
              <a:buFontTx/>
              <a:buNone/>
              <a:defRPr spc="9" sz="2200">
                <a:solidFill>
                  <a:srgbClr val="595959"/>
                </a:solidFill>
              </a:defRPr>
            </a:lvl2pPr>
            <a:lvl3pPr marL="0" indent="914400">
              <a:buClrTx/>
              <a:buSzTx/>
              <a:buFontTx/>
              <a:buNone/>
              <a:defRPr spc="9" sz="2200">
                <a:solidFill>
                  <a:srgbClr val="595959"/>
                </a:solidFill>
              </a:defRPr>
            </a:lvl3pPr>
            <a:lvl4pPr marL="0" indent="1371600">
              <a:buClrTx/>
              <a:buSzTx/>
              <a:buFontTx/>
              <a:buNone/>
              <a:defRPr spc="9" sz="2200">
                <a:solidFill>
                  <a:srgbClr val="595959"/>
                </a:solidFill>
              </a:defRPr>
            </a:lvl4pPr>
            <a:lvl5pPr marL="0" indent="1828800">
              <a:buClrTx/>
              <a:buSzTx/>
              <a:buFontTx/>
              <a:buNone/>
              <a:defRPr spc="9" sz="2200">
                <a:solidFill>
                  <a:srgbClr val="595959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Text"/>
          <p:cNvSpPr txBox="1"/>
          <p:nvPr>
            <p:ph type="title"/>
          </p:nvPr>
        </p:nvSpPr>
        <p:spPr>
          <a:xfrm>
            <a:off x="1261872" y="365759"/>
            <a:ext cx="9692641" cy="132556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2" name="Body Level One…"/>
          <p:cNvSpPr txBox="1"/>
          <p:nvPr>
            <p:ph type="body" sz="half" idx="1"/>
          </p:nvPr>
        </p:nvSpPr>
        <p:spPr>
          <a:xfrm>
            <a:off x="1261872" y="1828800"/>
            <a:ext cx="448056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Text"/>
          <p:cNvSpPr txBox="1"/>
          <p:nvPr>
            <p:ph type="title"/>
          </p:nvPr>
        </p:nvSpPr>
        <p:spPr>
          <a:xfrm>
            <a:off x="1261872" y="365759"/>
            <a:ext cx="9692641" cy="132556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1" name="Body Level One…"/>
          <p:cNvSpPr txBox="1"/>
          <p:nvPr>
            <p:ph type="body" sz="quarter" idx="1"/>
          </p:nvPr>
        </p:nvSpPr>
        <p:spPr>
          <a:xfrm>
            <a:off x="1261872" y="1713655"/>
            <a:ext cx="4480560" cy="73152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200"/>
              </a:spcBef>
              <a:buClrTx/>
              <a:buSzTx/>
              <a:buFontTx/>
              <a:buNone/>
              <a:defRPr spc="9" sz="2000">
                <a:solidFill>
                  <a:srgbClr val="46464A"/>
                </a:solidFill>
              </a:defRPr>
            </a:lvl1pPr>
            <a:lvl2pPr marL="0" indent="457200">
              <a:spcBef>
                <a:spcPts val="200"/>
              </a:spcBef>
              <a:buClrTx/>
              <a:buSzTx/>
              <a:buFontTx/>
              <a:buNone/>
              <a:defRPr spc="9" sz="2000">
                <a:solidFill>
                  <a:srgbClr val="46464A"/>
                </a:solidFill>
              </a:defRPr>
            </a:lvl2pPr>
            <a:lvl3pPr marL="0" indent="914400">
              <a:spcBef>
                <a:spcPts val="200"/>
              </a:spcBef>
              <a:buClrTx/>
              <a:buSzTx/>
              <a:buFontTx/>
              <a:buNone/>
              <a:defRPr spc="9" sz="2000">
                <a:solidFill>
                  <a:srgbClr val="46464A"/>
                </a:solidFill>
              </a:defRPr>
            </a:lvl3pPr>
            <a:lvl4pPr marL="0" indent="1371600">
              <a:spcBef>
                <a:spcPts val="200"/>
              </a:spcBef>
              <a:buClrTx/>
              <a:buSzTx/>
              <a:buFontTx/>
              <a:buNone/>
              <a:defRPr spc="9" sz="2000">
                <a:solidFill>
                  <a:srgbClr val="46464A"/>
                </a:solidFill>
              </a:defRPr>
            </a:lvl4pPr>
            <a:lvl5pPr marL="0" indent="1828800">
              <a:spcBef>
                <a:spcPts val="200"/>
              </a:spcBef>
              <a:buClrTx/>
              <a:buSzTx/>
              <a:buFontTx/>
              <a:buNone/>
              <a:defRPr spc="9" sz="2000">
                <a:solidFill>
                  <a:srgbClr val="46464A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Text Placeholder 4"/>
          <p:cNvSpPr/>
          <p:nvPr>
            <p:ph type="body" sz="quarter" idx="21"/>
          </p:nvPr>
        </p:nvSpPr>
        <p:spPr>
          <a:xfrm>
            <a:off x="6126479" y="1713655"/>
            <a:ext cx="4480561" cy="731521"/>
          </a:xfrm>
          <a:prstGeom prst="rect">
            <a:avLst/>
          </a:prstGeom>
        </p:spPr>
        <p:txBody>
          <a:bodyPr anchor="b"/>
          <a:lstStyle/>
          <a:p>
            <a:pPr marL="0" indent="0">
              <a:lnSpc>
                <a:spcPct val="90000"/>
              </a:lnSpc>
              <a:spcBef>
                <a:spcPts val="2000"/>
              </a:spcBef>
              <a:buClrTx/>
              <a:buSzTx/>
              <a:buFontTx/>
              <a:buNone/>
              <a:defRPr spc="0" sz="2000">
                <a:solidFill>
                  <a:srgbClr val="46464A"/>
                </a:solidFill>
              </a:defRPr>
            </a:pP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/>
          <p:nvPr>
            <p:ph type="title"/>
          </p:nvPr>
        </p:nvSpPr>
        <p:spPr>
          <a:xfrm>
            <a:off x="1261872" y="365759"/>
            <a:ext cx="9692641" cy="132556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xfrm>
            <a:off x="841247" y="457200"/>
            <a:ext cx="3200401" cy="160019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4504266" y="685800"/>
            <a:ext cx="6079068" cy="5486400"/>
          </a:xfrm>
          <a:prstGeom prst="rect">
            <a:avLst/>
          </a:prstGeom>
        </p:spPr>
        <p:txBody>
          <a:bodyPr/>
          <a:lstStyle>
            <a:lvl1pPr>
              <a:defRPr spc="9" sz="2000"/>
            </a:lvl1pPr>
            <a:lvl2pPr marL="477519" indent="-203199">
              <a:defRPr spc="9" sz="2000"/>
            </a:lvl2pPr>
            <a:lvl3pPr marL="777239" indent="-228600">
              <a:defRPr spc="9" sz="2000"/>
            </a:lvl3pPr>
            <a:lvl4pPr marL="1084217" indent="-261257">
              <a:defRPr spc="9" sz="2000"/>
            </a:lvl4pPr>
            <a:lvl5pPr marL="1358537" indent="-261257">
              <a:defRPr spc="9"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Text Placeholder 3"/>
          <p:cNvSpPr/>
          <p:nvPr>
            <p:ph type="body" sz="quarter" idx="21"/>
          </p:nvPr>
        </p:nvSpPr>
        <p:spPr>
          <a:xfrm>
            <a:off x="841247" y="2099734"/>
            <a:ext cx="3200401" cy="3810002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14000"/>
              </a:lnSpc>
              <a:spcBef>
                <a:spcPts val="800"/>
              </a:spcBef>
              <a:buClrTx/>
              <a:buSzTx/>
              <a:buFontTx/>
              <a:buNone/>
              <a:defRPr spc="0" sz="1300"/>
            </a:pP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7"/>
          <p:cNvSpPr/>
          <p:nvPr/>
        </p:nvSpPr>
        <p:spPr>
          <a:xfrm>
            <a:off x="-1" y="5105400"/>
            <a:ext cx="11292842" cy="17526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itle Text"/>
          <p:cNvSpPr txBox="1"/>
          <p:nvPr>
            <p:ph type="title"/>
          </p:nvPr>
        </p:nvSpPr>
        <p:spPr>
          <a:xfrm>
            <a:off x="914400" y="5257800"/>
            <a:ext cx="9982200" cy="91440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7" name="Picture Placeholder 2"/>
          <p:cNvSpPr/>
          <p:nvPr>
            <p:ph type="pic" idx="21"/>
          </p:nvPr>
        </p:nvSpPr>
        <p:spPr>
          <a:xfrm>
            <a:off x="0" y="0"/>
            <a:ext cx="11292841" cy="512892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8" name="Body Level One…"/>
          <p:cNvSpPr txBox="1"/>
          <p:nvPr>
            <p:ph type="body" sz="quarter" idx="1"/>
          </p:nvPr>
        </p:nvSpPr>
        <p:spPr>
          <a:xfrm>
            <a:off x="914400" y="6108589"/>
            <a:ext cx="9982200" cy="5970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800"/>
              </a:spcBef>
              <a:buClrTx/>
              <a:buSzTx/>
              <a:buFontTx/>
              <a:buNone/>
              <a:defRPr sz="1300">
                <a:solidFill>
                  <a:srgbClr val="D9D9D9"/>
                </a:solidFill>
              </a:defRPr>
            </a:lvl1pPr>
            <a:lvl2pPr marL="0" indent="457200">
              <a:lnSpc>
                <a:spcPct val="100000"/>
              </a:lnSpc>
              <a:spcBef>
                <a:spcPts val="800"/>
              </a:spcBef>
              <a:buClrTx/>
              <a:buSzTx/>
              <a:buFontTx/>
              <a:buNone/>
              <a:defRPr sz="1300">
                <a:solidFill>
                  <a:srgbClr val="D9D9D9"/>
                </a:solidFill>
              </a:defRPr>
            </a:lvl2pPr>
            <a:lvl3pPr marL="0" indent="914400">
              <a:lnSpc>
                <a:spcPct val="100000"/>
              </a:lnSpc>
              <a:spcBef>
                <a:spcPts val="800"/>
              </a:spcBef>
              <a:buClrTx/>
              <a:buSzTx/>
              <a:buFontTx/>
              <a:buNone/>
              <a:defRPr sz="1300">
                <a:solidFill>
                  <a:srgbClr val="D9D9D9"/>
                </a:solidFill>
              </a:defRPr>
            </a:lvl3pPr>
            <a:lvl4pPr marL="0" indent="1371600">
              <a:lnSpc>
                <a:spcPct val="100000"/>
              </a:lnSpc>
              <a:spcBef>
                <a:spcPts val="800"/>
              </a:spcBef>
              <a:buClrTx/>
              <a:buSzTx/>
              <a:buFontTx/>
              <a:buNone/>
              <a:defRPr sz="1300">
                <a:solidFill>
                  <a:srgbClr val="D9D9D9"/>
                </a:solidFill>
              </a:defRPr>
            </a:lvl4pPr>
            <a:lvl5pPr marL="0" indent="1828800">
              <a:lnSpc>
                <a:spcPct val="100000"/>
              </a:lnSpc>
              <a:spcBef>
                <a:spcPts val="800"/>
              </a:spcBef>
              <a:buClrTx/>
              <a:buSzTx/>
              <a:buFontTx/>
              <a:buNone/>
              <a:defRPr sz="1300">
                <a:solidFill>
                  <a:srgbClr val="D9D9D9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11292840" y="0"/>
            <a:ext cx="914401" cy="6858000"/>
          </a:xfrm>
          <a:prstGeom prst="rect">
            <a:avLst/>
          </a:prstGeom>
          <a:solidFill>
            <a:srgbClr val="3535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609600" y="0"/>
            <a:ext cx="10972800" cy="1417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11443697" y="6150292"/>
            <a:ext cx="612687" cy="6375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normAutofit fontScale="100000" lnSpcReduction="0"/>
          </a:bodyPr>
          <a:lstStyle>
            <a:lvl1pPr algn="ctr">
              <a:defRPr sz="3600">
                <a:solidFill>
                  <a:srgbClr val="8E8E94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entury Schoolboo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entury Schoolboo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entury Schoolboo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entury Schoolboo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entury Schoolboo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entury Schoolboo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entury Schoolboo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entury Schoolboo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entury Schoolbook"/>
        </a:defRPr>
      </a:lvl9pPr>
    </p:titleStyle>
    <p:bodyStyle>
      <a:lvl1pPr marL="182879" marR="0" indent="-182879" algn="l" defTabSz="914400" rtl="0" latinLnBrk="0">
        <a:lnSpc>
          <a:spcPct val="95000"/>
        </a:lnSpc>
        <a:spcBef>
          <a:spcPts val="1400"/>
        </a:spcBef>
        <a:spcAft>
          <a:spcPts val="0"/>
        </a:spcAft>
        <a:buClr>
          <a:schemeClr val="accent1"/>
        </a:buClr>
        <a:buSzPct val="80000"/>
        <a:buFont typeface="Arial"/>
        <a:buChar char="•"/>
        <a:tabLst/>
        <a:defRPr b="0" baseline="0" cap="none" i="0" spc="1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Century Schoolbook"/>
        </a:defRPr>
      </a:lvl1pPr>
      <a:lvl2pPr marL="480059" marR="0" indent="-205739" algn="l" defTabSz="914400" rtl="0" latinLnBrk="0">
        <a:lnSpc>
          <a:spcPct val="95000"/>
        </a:lnSpc>
        <a:spcBef>
          <a:spcPts val="1400"/>
        </a:spcBef>
        <a:spcAft>
          <a:spcPts val="0"/>
        </a:spcAft>
        <a:buClr>
          <a:schemeClr val="accent1"/>
        </a:buClr>
        <a:buSzPct val="100000"/>
        <a:buFont typeface="Arial"/>
        <a:buChar char="●"/>
        <a:tabLst/>
        <a:defRPr b="0" baseline="0" cap="none" i="0" spc="1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Century Schoolbook"/>
        </a:defRPr>
      </a:lvl2pPr>
      <a:lvl3pPr marL="783771" marR="0" indent="-235131" algn="l" defTabSz="914400" rtl="0" latinLnBrk="0">
        <a:lnSpc>
          <a:spcPct val="95000"/>
        </a:lnSpc>
        <a:spcBef>
          <a:spcPts val="1400"/>
        </a:spcBef>
        <a:spcAft>
          <a:spcPts val="0"/>
        </a:spcAft>
        <a:buClr>
          <a:schemeClr val="accent1"/>
        </a:buClr>
        <a:buSzPct val="100000"/>
        <a:buFont typeface="Arial"/>
        <a:buChar char="●"/>
        <a:tabLst/>
        <a:defRPr b="0" baseline="0" cap="none" i="0" spc="1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Century Schoolbook"/>
        </a:defRPr>
      </a:lvl3pPr>
      <a:lvl4pPr marL="1058091" marR="0" indent="-235131" algn="l" defTabSz="914400" rtl="0" latinLnBrk="0">
        <a:lnSpc>
          <a:spcPct val="95000"/>
        </a:lnSpc>
        <a:spcBef>
          <a:spcPts val="1400"/>
        </a:spcBef>
        <a:spcAft>
          <a:spcPts val="0"/>
        </a:spcAft>
        <a:buClr>
          <a:schemeClr val="accent1"/>
        </a:buClr>
        <a:buSzPct val="100000"/>
        <a:buFont typeface="Arial"/>
        <a:buChar char="●"/>
        <a:tabLst/>
        <a:defRPr b="0" baseline="0" cap="none" i="0" spc="1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Century Schoolbook"/>
        </a:defRPr>
      </a:lvl4pPr>
      <a:lvl5pPr marL="1332411" marR="0" indent="-235131" algn="l" defTabSz="914400" rtl="0" latinLnBrk="0">
        <a:lnSpc>
          <a:spcPct val="95000"/>
        </a:lnSpc>
        <a:spcBef>
          <a:spcPts val="1400"/>
        </a:spcBef>
        <a:spcAft>
          <a:spcPts val="0"/>
        </a:spcAft>
        <a:buClr>
          <a:schemeClr val="accent1"/>
        </a:buClr>
        <a:buSzPct val="100000"/>
        <a:buFont typeface="Arial"/>
        <a:buChar char="●"/>
        <a:tabLst/>
        <a:defRPr b="0" baseline="0" cap="none" i="0" spc="1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Century Schoolbook"/>
        </a:defRPr>
      </a:lvl5pPr>
      <a:lvl6pPr marL="1665314" marR="0" indent="-293914" algn="l" defTabSz="914400" rtl="0" latinLnBrk="0">
        <a:lnSpc>
          <a:spcPct val="95000"/>
        </a:lnSpc>
        <a:spcBef>
          <a:spcPts val="1400"/>
        </a:spcBef>
        <a:spcAft>
          <a:spcPts val="0"/>
        </a:spcAft>
        <a:buClr>
          <a:schemeClr val="accent1"/>
        </a:buClr>
        <a:buSzPct val="100000"/>
        <a:buFont typeface="Arial"/>
        <a:buChar char="●"/>
        <a:tabLst/>
        <a:defRPr b="0" baseline="0" cap="none" i="0" spc="1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Century Schoolbook"/>
        </a:defRPr>
      </a:lvl6pPr>
      <a:lvl7pPr marL="1965314" marR="0" indent="-293914" algn="l" defTabSz="914400" rtl="0" latinLnBrk="0">
        <a:lnSpc>
          <a:spcPct val="95000"/>
        </a:lnSpc>
        <a:spcBef>
          <a:spcPts val="1400"/>
        </a:spcBef>
        <a:spcAft>
          <a:spcPts val="0"/>
        </a:spcAft>
        <a:buClr>
          <a:schemeClr val="accent1"/>
        </a:buClr>
        <a:buSzPct val="100000"/>
        <a:buFont typeface="Arial"/>
        <a:buChar char="●"/>
        <a:tabLst/>
        <a:defRPr b="0" baseline="0" cap="none" i="0" spc="1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Century Schoolbook"/>
        </a:defRPr>
      </a:lvl7pPr>
      <a:lvl8pPr marL="2265314" marR="0" indent="-293914" algn="l" defTabSz="914400" rtl="0" latinLnBrk="0">
        <a:lnSpc>
          <a:spcPct val="95000"/>
        </a:lnSpc>
        <a:spcBef>
          <a:spcPts val="1400"/>
        </a:spcBef>
        <a:spcAft>
          <a:spcPts val="0"/>
        </a:spcAft>
        <a:buClr>
          <a:schemeClr val="accent1"/>
        </a:buClr>
        <a:buSzPct val="100000"/>
        <a:buFont typeface="Arial"/>
        <a:buChar char="●"/>
        <a:tabLst/>
        <a:defRPr b="0" baseline="0" cap="none" i="0" spc="1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Century Schoolbook"/>
        </a:defRPr>
      </a:lvl8pPr>
      <a:lvl9pPr marL="2565314" marR="0" indent="-293914" algn="l" defTabSz="914400" rtl="0" latinLnBrk="0">
        <a:lnSpc>
          <a:spcPct val="95000"/>
        </a:lnSpc>
        <a:spcBef>
          <a:spcPts val="1400"/>
        </a:spcBef>
        <a:spcAft>
          <a:spcPts val="0"/>
        </a:spcAft>
        <a:buClr>
          <a:schemeClr val="accent1"/>
        </a:buClr>
        <a:buSzPct val="100000"/>
        <a:buFont typeface="Arial"/>
        <a:buChar char="●"/>
        <a:tabLst/>
        <a:defRPr b="0" baseline="0" cap="none" i="0" spc="1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Century Schoolbook"/>
        </a:defRPr>
      </a:lvl9pPr>
    </p:bodyStyle>
    <p:other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Century Schoolbook"/>
        </a:defRPr>
      </a:lvl1pPr>
      <a:lvl2pPr marL="0" marR="0" indent="457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Century Schoolbook"/>
        </a:defRPr>
      </a:lvl2pPr>
      <a:lvl3pPr marL="0" marR="0" indent="914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Century Schoolbook"/>
        </a:defRPr>
      </a:lvl3pPr>
      <a:lvl4pPr marL="0" marR="0" indent="1371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Century Schoolbook"/>
        </a:defRPr>
      </a:lvl4pPr>
      <a:lvl5pPr marL="0" marR="0" indent="1828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Century Schoolbook"/>
        </a:defRPr>
      </a:lvl5pPr>
      <a:lvl6pPr marL="0" marR="0" indent="22860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Century Schoolbook"/>
        </a:defRPr>
      </a:lvl6pPr>
      <a:lvl7pPr marL="0" marR="0" indent="2743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Century Schoolbook"/>
        </a:defRPr>
      </a:lvl7pPr>
      <a:lvl8pPr marL="0" marR="0" indent="3200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Century Schoolbook"/>
        </a:defRPr>
      </a:lvl8pPr>
      <a:lvl9pPr marL="0" marR="0" indent="3657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Century Schoolboo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 txBox="1"/>
          <p:nvPr>
            <p:ph type="ctrTitle"/>
          </p:nvPr>
        </p:nvSpPr>
        <p:spPr>
          <a:xfrm>
            <a:off x="1391479" y="-1"/>
            <a:ext cx="10113134" cy="1749289"/>
          </a:xfrm>
          <a:prstGeom prst="rect">
            <a:avLst/>
          </a:prstGeom>
        </p:spPr>
        <p:txBody>
          <a:bodyPr/>
          <a:lstStyle/>
          <a:p>
            <a:pPr algn="ctr">
              <a:defRPr spc="-100" sz="14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Department of Computer Science and Engineering</a:t>
            </a:r>
            <a:br/>
            <a:br/>
            <a:r>
              <a:rPr b="1" sz="2400">
                <a:solidFill>
                  <a:schemeClr val="accent5">
                    <a:lumOff val="-9411"/>
                  </a:schemeClr>
                </a:solidFill>
              </a:rPr>
              <a:t>FIRST &amp; FOLLOW SET CALCULATOR</a:t>
            </a:r>
            <a:endParaRPr b="1" sz="2400">
              <a:solidFill>
                <a:schemeClr val="accent5">
                  <a:lumOff val="-9411"/>
                </a:schemeClr>
              </a:solidFill>
            </a:endParaRPr>
          </a:p>
          <a:p>
            <a:pPr algn="ctr">
              <a:defRPr spc="-100" sz="14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defRPr>
            </a:pPr>
            <a:br>
              <a:rPr b="1" sz="2400">
                <a:solidFill>
                  <a:schemeClr val="accent5">
                    <a:lumOff val="-9411"/>
                  </a:schemeClr>
                </a:solidFill>
              </a:rPr>
            </a:br>
            <a:r>
              <a:rPr>
                <a:solidFill>
                  <a:schemeClr val="accent5">
                    <a:lumOff val="-9411"/>
                  </a:schemeClr>
                </a:solidFill>
              </a:rPr>
              <a:t>Review-1</a:t>
            </a:r>
          </a:p>
        </p:txBody>
      </p:sp>
      <p:sp>
        <p:nvSpPr>
          <p:cNvPr id="99" name="Subtitle 2"/>
          <p:cNvSpPr txBox="1"/>
          <p:nvPr>
            <p:ph type="subTitle" sz="quarter" idx="1"/>
          </p:nvPr>
        </p:nvSpPr>
        <p:spPr>
          <a:xfrm>
            <a:off x="4391509" y="6092685"/>
            <a:ext cx="4195901" cy="510210"/>
          </a:xfrm>
          <a:prstGeom prst="rect">
            <a:avLst/>
          </a:prstGeom>
        </p:spPr>
        <p:txBody>
          <a:bodyPr/>
          <a:lstStyle>
            <a:lvl1pPr>
              <a:defRPr b="1" spc="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Koneru Lakshmaiah Education Foundation</a:t>
            </a:r>
          </a:p>
        </p:txBody>
      </p:sp>
      <p:sp>
        <p:nvSpPr>
          <p:cNvPr id="100" name="TextBox 4"/>
          <p:cNvSpPr txBox="1"/>
          <p:nvPr/>
        </p:nvSpPr>
        <p:spPr>
          <a:xfrm>
            <a:off x="3265997" y="1994451"/>
            <a:ext cx="6362369" cy="1304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solidFill>
                  <a:schemeClr val="accent5">
                    <a:lumOff val="-9411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Team Number : 3</a:t>
            </a:r>
          </a:p>
          <a:p>
            <a:pPr>
              <a:defRPr sz="1400">
                <a:solidFill>
                  <a:schemeClr val="accent5">
                    <a:lumOff val="-9411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Name:                                                                                    Roll Number:</a:t>
            </a:r>
          </a:p>
          <a:p>
            <a:pPr>
              <a:defRPr sz="1400">
                <a:solidFill>
                  <a:schemeClr val="accent5">
                    <a:lumOff val="-9411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 Lasya Priya                                                                         2420030258</a:t>
            </a:r>
          </a:p>
          <a:p>
            <a:pPr>
              <a:defRPr sz="1400">
                <a:solidFill>
                  <a:schemeClr val="accent5">
                    <a:lumOff val="-9411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K Dharani Harika                                                                    2420030304</a:t>
            </a:r>
          </a:p>
          <a:p>
            <a:pPr>
              <a:defRPr sz="1400">
                <a:solidFill>
                  <a:schemeClr val="accent5">
                    <a:lumOff val="-9411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Donica panem                                                                        2420030655</a:t>
            </a:r>
          </a:p>
          <a:p>
            <a:pPr>
              <a:defRPr sz="1400">
                <a:solidFill>
                  <a:schemeClr val="accent5">
                    <a:lumOff val="-9411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Akhila Mulukutla                                                                     2420030433</a:t>
            </a:r>
          </a:p>
        </p:txBody>
      </p:sp>
      <p:sp>
        <p:nvSpPr>
          <p:cNvPr id="101" name="TextBox 5"/>
          <p:cNvSpPr txBox="1"/>
          <p:nvPr/>
        </p:nvSpPr>
        <p:spPr>
          <a:xfrm>
            <a:off x="5409383" y="3685660"/>
            <a:ext cx="2160152" cy="1018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Under the guidance of:</a:t>
            </a:r>
            <a:br/>
            <a:r>
              <a:t>P.Krishna Kishore</a:t>
            </a:r>
          </a:p>
          <a:p>
            <a:pPr algn="ctr"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Associate Professor</a:t>
            </a:r>
          </a:p>
        </p:txBody>
      </p:sp>
      <p:pic>
        <p:nvPicPr>
          <p:cNvPr id="102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56991" y="4723381"/>
            <a:ext cx="5287618" cy="13849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"/>
          <p:cNvSpPr txBox="1"/>
          <p:nvPr>
            <p:ph type="title"/>
          </p:nvPr>
        </p:nvSpPr>
        <p:spPr>
          <a:xfrm>
            <a:off x="1261871" y="365759"/>
            <a:ext cx="9692642" cy="1325564"/>
          </a:xfrm>
          <a:prstGeom prst="rect">
            <a:avLst/>
          </a:prstGeom>
        </p:spPr>
        <p:txBody>
          <a:bodyPr/>
          <a:lstStyle>
            <a:lvl1pPr>
              <a:defRPr b="1" spc="-100" sz="3200" u="sng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OUTLINE:</a:t>
            </a:r>
          </a:p>
        </p:txBody>
      </p:sp>
      <p:sp>
        <p:nvSpPr>
          <p:cNvPr id="105" name="Content Placeholder 2"/>
          <p:cNvSpPr txBox="1"/>
          <p:nvPr>
            <p:ph type="body" idx="1"/>
          </p:nvPr>
        </p:nvSpPr>
        <p:spPr>
          <a:xfrm>
            <a:off x="1261872" y="1828800"/>
            <a:ext cx="8595360" cy="4351338"/>
          </a:xfrm>
          <a:prstGeom prst="rect">
            <a:avLst/>
          </a:prstGeom>
        </p:spPr>
        <p:txBody>
          <a:bodyPr/>
          <a:lstStyle/>
          <a:p>
            <a:pPr>
              <a:defRPr spc="0">
                <a:latin typeface="Arial"/>
                <a:ea typeface="Arial"/>
                <a:cs typeface="Arial"/>
                <a:sym typeface="Arial"/>
              </a:defRPr>
            </a:pPr>
            <a:r>
              <a:t>Problem Statement</a:t>
            </a:r>
          </a:p>
          <a:p>
            <a:pPr>
              <a:defRPr spc="0">
                <a:latin typeface="Arial"/>
                <a:ea typeface="Arial"/>
                <a:cs typeface="Arial"/>
                <a:sym typeface="Arial"/>
              </a:defRPr>
            </a:pPr>
            <a:r>
              <a:t>Objectives</a:t>
            </a:r>
          </a:p>
          <a:p>
            <a:pPr>
              <a:defRPr spc="0">
                <a:latin typeface="Arial"/>
                <a:ea typeface="Arial"/>
                <a:cs typeface="Arial"/>
                <a:sym typeface="Arial"/>
              </a:defRPr>
            </a:pPr>
            <a:r>
              <a:t>Existing System</a:t>
            </a:r>
          </a:p>
          <a:p>
            <a:pPr>
              <a:defRPr spc="0">
                <a:latin typeface="Arial"/>
                <a:ea typeface="Arial"/>
                <a:cs typeface="Arial"/>
                <a:sym typeface="Arial"/>
              </a:defRPr>
            </a:pPr>
            <a:r>
              <a:t>Proposed System</a:t>
            </a:r>
          </a:p>
          <a:p>
            <a:pPr>
              <a:defRPr spc="0">
                <a:latin typeface="Arial"/>
                <a:ea typeface="Arial"/>
                <a:cs typeface="Arial"/>
                <a:sym typeface="Arial"/>
              </a:defRPr>
            </a:pPr>
            <a:r>
              <a:t>Technology Used</a:t>
            </a:r>
          </a:p>
          <a:p>
            <a:pPr>
              <a:defRPr spc="0">
                <a:latin typeface="Arial"/>
                <a:ea typeface="Arial"/>
                <a:cs typeface="Arial"/>
                <a:sym typeface="Arial"/>
              </a:defRPr>
            </a:pPr>
            <a:r>
              <a:t>Workflow</a:t>
            </a:r>
          </a:p>
          <a:p>
            <a:pPr>
              <a:defRPr spc="0">
                <a:latin typeface="Arial"/>
                <a:ea typeface="Arial"/>
                <a:cs typeface="Arial"/>
                <a:sym typeface="Arial"/>
              </a:defRPr>
            </a:pPr>
            <a:r>
              <a:t>Modules</a:t>
            </a:r>
          </a:p>
          <a:p>
            <a:pPr>
              <a:defRPr spc="0">
                <a:latin typeface="Arial"/>
                <a:ea typeface="Arial"/>
                <a:cs typeface="Arial"/>
                <a:sym typeface="Arial"/>
              </a:defRPr>
            </a:pPr>
            <a:r>
              <a:t>Conclusion &amp; Future Scope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1"/>
          <p:cNvSpPr txBox="1"/>
          <p:nvPr>
            <p:ph type="title"/>
          </p:nvPr>
        </p:nvSpPr>
        <p:spPr>
          <a:xfrm>
            <a:off x="1249679" y="-1"/>
            <a:ext cx="9692642" cy="1325564"/>
          </a:xfrm>
          <a:prstGeom prst="rect">
            <a:avLst/>
          </a:prstGeom>
        </p:spPr>
        <p:txBody>
          <a:bodyPr/>
          <a:lstStyle>
            <a:lvl1pPr>
              <a:defRPr b="1" spc="-100" sz="3200" u="sng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Problem Statement:</a:t>
            </a:r>
          </a:p>
        </p:txBody>
      </p:sp>
      <p:sp>
        <p:nvSpPr>
          <p:cNvPr id="108" name="Content Placeholder 2"/>
          <p:cNvSpPr txBox="1"/>
          <p:nvPr>
            <p:ph type="body" idx="1"/>
          </p:nvPr>
        </p:nvSpPr>
        <p:spPr>
          <a:xfrm>
            <a:off x="1249680" y="1635616"/>
            <a:ext cx="8915401" cy="3777623"/>
          </a:xfrm>
          <a:prstGeom prst="rect">
            <a:avLst/>
          </a:prstGeom>
        </p:spPr>
        <p:txBody>
          <a:bodyPr/>
          <a:lstStyle/>
          <a:p>
            <a:pPr marL="457200" indent="-317500" defTabSz="457200">
              <a:lnSpc>
                <a:spcPct val="150000"/>
              </a:lnSpc>
              <a:spcBef>
                <a:spcPts val="0"/>
              </a:spcBef>
              <a:buClrTx/>
              <a:buSzPct val="100000"/>
              <a:buFont typeface="Times Roman"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Manual calculation of FIRST and FOLLOW sets is time-consuming and error-prone.</a:t>
            </a:r>
          </a:p>
          <a:p>
            <a:pPr marL="457200" indent="-317500" defTabSz="457200">
              <a:lnSpc>
                <a:spcPct val="150000"/>
              </a:lnSpc>
              <a:spcBef>
                <a:spcPts val="0"/>
              </a:spcBef>
              <a:buClrTx/>
              <a:buSzPct val="100000"/>
              <a:buFont typeface="Times Roman"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Complex grammars with multiple productions make calculation difficult.</a:t>
            </a:r>
          </a:p>
          <a:p>
            <a:pPr marL="457200" indent="-317500" defTabSz="457200">
              <a:lnSpc>
                <a:spcPct val="150000"/>
              </a:lnSpc>
              <a:spcBef>
                <a:spcPts val="0"/>
              </a:spcBef>
              <a:buClrTx/>
              <a:buSzPct val="100000"/>
              <a:buFont typeface="Times Roman"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Handling epsilon (ε) productions and nullable symbols requires repeated calculations.</a:t>
            </a:r>
          </a:p>
          <a:p>
            <a:pPr marL="457200" indent="-317500" defTabSz="457200">
              <a:lnSpc>
                <a:spcPct val="150000"/>
              </a:lnSpc>
              <a:spcBef>
                <a:spcPts val="0"/>
              </a:spcBef>
              <a:buClrTx/>
              <a:buSzPct val="100000"/>
              <a:buFont typeface="Times Roman"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FOLLOW sets require propagation of information between different productions.</a:t>
            </a:r>
          </a:p>
          <a:p>
            <a:pPr marL="457200" indent="-317500" defTabSz="457200">
              <a:lnSpc>
                <a:spcPct val="150000"/>
              </a:lnSpc>
              <a:spcBef>
                <a:spcPts val="0"/>
              </a:spcBef>
              <a:buClrTx/>
              <a:buSzPct val="100000"/>
              <a:buFont typeface="Times Roman"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Manual calculation becomes difficult as grammar complexity increases.</a:t>
            </a:r>
          </a:p>
          <a:p>
            <a:pPr marL="457200" indent="-317500" defTabSz="457200">
              <a:lnSpc>
                <a:spcPct val="150000"/>
              </a:lnSpc>
              <a:spcBef>
                <a:spcPts val="0"/>
              </a:spcBef>
              <a:buClrTx/>
              <a:buSzPct val="100000"/>
              <a:buFont typeface="Times Roman"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There is a need for an automated system to calculate and display FIRST and FOLLOW sets efficiently.</a:t>
            </a:r>
          </a:p>
          <a:p>
            <a:pPr marL="0" indent="0" defTabSz="457200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 txBox="1"/>
          <p:nvPr>
            <p:ph type="title"/>
          </p:nvPr>
        </p:nvSpPr>
        <p:spPr>
          <a:xfrm>
            <a:off x="1347902" y="195230"/>
            <a:ext cx="8911688" cy="1280891"/>
          </a:xfrm>
          <a:prstGeom prst="rect">
            <a:avLst/>
          </a:prstGeom>
        </p:spPr>
        <p:txBody>
          <a:bodyPr/>
          <a:lstStyle>
            <a:lvl1pPr>
              <a:defRPr b="1" spc="-100" sz="3200" u="sng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Objectives:</a:t>
            </a:r>
          </a:p>
        </p:txBody>
      </p:sp>
      <p:sp>
        <p:nvSpPr>
          <p:cNvPr id="111" name="Content Placeholder 2"/>
          <p:cNvSpPr txBox="1"/>
          <p:nvPr>
            <p:ph type="body" idx="1"/>
          </p:nvPr>
        </p:nvSpPr>
        <p:spPr>
          <a:xfrm>
            <a:off x="1638300" y="1762817"/>
            <a:ext cx="8915400" cy="3777623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develop a system for automatically calculating FIRST sets of non-terminals.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• To automatically calculate FOLLOW sets for a given Context-Free Grammar.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• To handle epsilon (ε) productions and nullable symbols correctly.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• To support multiple production alternatives.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• To validate the grammar and identify invalid or undefined non-terminals.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• To display the calculated FIRST and FOLLOW sets in a clear tabular format.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1"/>
          <p:cNvSpPr txBox="1"/>
          <p:nvPr>
            <p:ph type="title"/>
          </p:nvPr>
        </p:nvSpPr>
        <p:spPr>
          <a:xfrm>
            <a:off x="1261871" y="365759"/>
            <a:ext cx="9692642" cy="1325564"/>
          </a:xfrm>
          <a:prstGeom prst="rect">
            <a:avLst/>
          </a:prstGeom>
        </p:spPr>
        <p:txBody>
          <a:bodyPr/>
          <a:lstStyle>
            <a:lvl1pPr>
              <a:defRPr b="1" spc="-100" sz="3200" u="sng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Existing System:</a:t>
            </a:r>
          </a:p>
        </p:txBody>
      </p:sp>
      <p:sp>
        <p:nvSpPr>
          <p:cNvPr id="114" name="Content Placeholder 2"/>
          <p:cNvSpPr txBox="1"/>
          <p:nvPr>
            <p:ph type="body" idx="1"/>
          </p:nvPr>
        </p:nvSpPr>
        <p:spPr>
          <a:xfrm>
            <a:off x="1292390" y="2195017"/>
            <a:ext cx="8595361" cy="4351338"/>
          </a:xfrm>
          <a:prstGeom prst="rect">
            <a:avLst/>
          </a:prstGeom>
        </p:spPr>
        <p:txBody>
          <a:bodyPr/>
          <a:lstStyle/>
          <a:p>
            <a:pPr marL="180473" indent="-180473" defTabSz="457200">
              <a:lnSpc>
                <a:spcPct val="120000"/>
              </a:lnSpc>
              <a:spcBef>
                <a:spcPts val="1200"/>
              </a:spcBef>
              <a:buClrTx/>
              <a:buSzPct val="100000"/>
              <a:buFontTx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FIRST and FOLLOW sets are generally calculated manually using compiler design rules.</a:t>
            </a:r>
          </a:p>
          <a:p>
            <a:pPr marL="0" indent="0" defTabSz="457200">
              <a:lnSpc>
                <a:spcPct val="12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Users need to identify terminals and non-terminals manually.</a:t>
            </a:r>
          </a:p>
          <a:p>
            <a:pPr marL="0" indent="0" defTabSz="457200">
              <a:lnSpc>
                <a:spcPct val="12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FIRST sets must be repeatedly calculated for different productions.</a:t>
            </a:r>
          </a:p>
          <a:p>
            <a:pPr marL="0" indent="0" defTabSz="457200">
              <a:lnSpc>
                <a:spcPct val="12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FOLLOW information has to be propagated manually between productions.</a:t>
            </a:r>
          </a:p>
          <a:p>
            <a:pPr marL="0" indent="0" defTabSz="457200">
              <a:lnSpc>
                <a:spcPct val="12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Handling epsilon and nullable symbols increases complexity.</a:t>
            </a:r>
          </a:p>
          <a:p>
            <a:pPr marL="0" indent="0" defTabSz="457200">
              <a:lnSpc>
                <a:spcPct val="12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Manual calculation can result in errors, especially for larger grammars.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1"/>
          <p:cNvSpPr txBox="1"/>
          <p:nvPr>
            <p:ph type="title"/>
          </p:nvPr>
        </p:nvSpPr>
        <p:spPr>
          <a:xfrm>
            <a:off x="971949" y="335241"/>
            <a:ext cx="9692641" cy="1325563"/>
          </a:xfrm>
          <a:prstGeom prst="rect">
            <a:avLst/>
          </a:prstGeom>
        </p:spPr>
        <p:txBody>
          <a:bodyPr/>
          <a:lstStyle>
            <a:lvl1pPr>
              <a:defRPr b="1" spc="-100" sz="3200" u="sng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Proposed System:</a:t>
            </a:r>
          </a:p>
        </p:txBody>
      </p:sp>
      <p:sp>
        <p:nvSpPr>
          <p:cNvPr id="117" name="Content Placeholder 2"/>
          <p:cNvSpPr txBox="1"/>
          <p:nvPr>
            <p:ph type="body" idx="1"/>
          </p:nvPr>
        </p:nvSpPr>
        <p:spPr>
          <a:xfrm>
            <a:off x="1383944" y="2072945"/>
            <a:ext cx="8595361" cy="4351338"/>
          </a:xfrm>
          <a:prstGeom prst="rect">
            <a:avLst/>
          </a:prstGeom>
        </p:spPr>
        <p:txBody>
          <a:bodyPr/>
          <a:lstStyle/>
          <a:p>
            <a:pPr marL="120315" indent="-120315" defTabSz="457200">
              <a:lnSpc>
                <a:spcPct val="120000"/>
              </a:lnSpc>
              <a:spcBef>
                <a:spcPts val="1200"/>
              </a:spcBef>
              <a:buClrTx/>
              <a:buSzPct val="100000"/>
              <a:buFontTx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web-based FIRST &amp; FOLLOW Set Calculator is developed.</a:t>
            </a:r>
          </a:p>
          <a:p>
            <a:pPr marL="0" indent="0" defTabSz="457200">
              <a:lnSpc>
                <a:spcPct val="12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Users can enter a Context-Free Grammar through the interface.</a:t>
            </a:r>
          </a:p>
          <a:p>
            <a:pPr marL="0" indent="0" defTabSz="457200">
              <a:lnSpc>
                <a:spcPct val="12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system parses and validates the entered grammar.</a:t>
            </a:r>
          </a:p>
          <a:p>
            <a:pPr marL="0" indent="0" defTabSz="457200">
              <a:lnSpc>
                <a:spcPct val="12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FIRST sets are calculated using an iterative approach.</a:t>
            </a:r>
          </a:p>
          <a:p>
            <a:pPr marL="0" indent="0" defTabSz="457200">
              <a:lnSpc>
                <a:spcPct val="12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FOLLOW sets are calculated by analyzing symbols following each non-terminal.</a:t>
            </a:r>
          </a:p>
          <a:p>
            <a:pPr marL="0" indent="0" defTabSz="457200">
              <a:lnSpc>
                <a:spcPct val="12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Epsilon and nullable productions are handled automatically.</a:t>
            </a:r>
          </a:p>
          <a:p>
            <a:pPr marL="0" indent="0" defTabSz="457200">
              <a:lnSpc>
                <a:spcPct val="12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final FIRST and FOLLOW sets are displayed in separate tables.</a:t>
            </a:r>
          </a:p>
          <a:p>
            <a:pPr marL="0" indent="0" defTabSz="457200">
              <a:lnSpc>
                <a:spcPct val="12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1"/>
          <p:cNvSpPr txBox="1"/>
          <p:nvPr>
            <p:ph type="title"/>
          </p:nvPr>
        </p:nvSpPr>
        <p:spPr>
          <a:xfrm>
            <a:off x="1261871" y="365759"/>
            <a:ext cx="9692642" cy="1325564"/>
          </a:xfrm>
          <a:prstGeom prst="rect">
            <a:avLst/>
          </a:prstGeom>
        </p:spPr>
        <p:txBody>
          <a:bodyPr/>
          <a:lstStyle>
            <a:lvl1pPr>
              <a:defRPr b="1" spc="-100" sz="3200" u="sng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Used:</a:t>
            </a:r>
          </a:p>
        </p:txBody>
      </p:sp>
      <p:sp>
        <p:nvSpPr>
          <p:cNvPr id="120" name="Content Placeholder 2"/>
          <p:cNvSpPr txBox="1"/>
          <p:nvPr>
            <p:ph type="body" idx="1"/>
          </p:nvPr>
        </p:nvSpPr>
        <p:spPr>
          <a:xfrm>
            <a:off x="1307649" y="1981390"/>
            <a:ext cx="8595361" cy="4351338"/>
          </a:xfrm>
          <a:prstGeom prst="rect">
            <a:avLst/>
          </a:prstGeom>
        </p:spPr>
        <p:txBody>
          <a:bodyPr/>
          <a:lstStyle/>
          <a:p>
            <a:pPr marL="120315" indent="-120315" defTabSz="457200">
              <a:lnSpc>
                <a:spcPct val="120000"/>
              </a:lnSpc>
              <a:spcBef>
                <a:spcPts val="1200"/>
              </a:spcBef>
              <a:buClrTx/>
              <a:buSzPct val="100000"/>
              <a:buFontTx/>
              <a:defRPr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Frontend:</a:t>
            </a:r>
            <a:r>
              <a:t> HTML5, CSS3</a:t>
            </a:r>
          </a:p>
          <a:p>
            <a:pPr marL="0" indent="0" defTabSz="457200">
              <a:lnSpc>
                <a:spcPct val="120000"/>
              </a:lnSpc>
              <a:spcBef>
                <a:spcPts val="1200"/>
              </a:spcBef>
              <a:buClrTx/>
              <a:buSzTx/>
              <a:buFontTx/>
              <a:buNone/>
              <a:defRPr b="1"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• </a:t>
            </a:r>
            <a:r>
              <a:t>Programming Language:</a:t>
            </a:r>
            <a:r>
              <a:rPr b="0"/>
              <a:t> JavaScript</a:t>
            </a:r>
            <a:endParaRPr b="0"/>
          </a:p>
          <a:p>
            <a:pPr marL="0" indent="0" defTabSz="457200">
              <a:lnSpc>
                <a:spcPct val="12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• </a:t>
            </a:r>
            <a:r>
              <a:rPr b="1"/>
              <a:t>UI:</a:t>
            </a:r>
            <a:r>
              <a:t> Responsive Web Interface</a:t>
            </a:r>
          </a:p>
          <a:p>
            <a:pPr marL="0" indent="0" defTabSz="457200">
              <a:lnSpc>
                <a:spcPct val="12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• </a:t>
            </a:r>
            <a:r>
              <a:rPr b="1"/>
              <a:t>Algorithm:</a:t>
            </a:r>
            <a:r>
              <a:t> FIRST &amp; FOLLOW Set Computation</a:t>
            </a:r>
          </a:p>
          <a:p>
            <a:pPr marL="0" indent="0" defTabSz="457200">
              <a:lnSpc>
                <a:spcPct val="12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• </a:t>
            </a:r>
            <a:r>
              <a:rPr b="1"/>
              <a:t>Concepts:</a:t>
            </a:r>
            <a:r>
              <a:t> Context-Free Grammar, Epsilon Productions, Nullable Symbols, LL(1) Parsing</a:t>
            </a:r>
          </a:p>
          <a:p>
            <a:pPr marL="0" indent="0" defTabSz="457200">
              <a:lnSpc>
                <a:spcPct val="120000"/>
              </a:lnSpc>
              <a:spcBef>
                <a:spcPts val="1200"/>
              </a:spcBef>
              <a:buClrTx/>
              <a:buSzTx/>
              <a:buFontTx/>
              <a:buNone/>
              <a:defRPr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• </a:t>
            </a:r>
            <a:r>
              <a:rPr b="1"/>
              <a:t>Output:</a:t>
            </a:r>
            <a:r>
              <a:t> Dynamic tabular representation of FIRST and FOLLOW sets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/>
          <p:nvPr>
            <p:ph type="title"/>
          </p:nvPr>
        </p:nvSpPr>
        <p:spPr>
          <a:xfrm>
            <a:off x="941431" y="-504008"/>
            <a:ext cx="9692641" cy="1325563"/>
          </a:xfrm>
          <a:prstGeom prst="rect">
            <a:avLst/>
          </a:prstGeom>
        </p:spPr>
        <p:txBody>
          <a:bodyPr/>
          <a:lstStyle>
            <a:lvl1pPr>
              <a:defRPr b="1" spc="-96" sz="3100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System architecture:</a:t>
            </a:r>
          </a:p>
        </p:txBody>
      </p:sp>
      <p:pic>
        <p:nvPicPr>
          <p:cNvPr id="123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66772" y="815317"/>
            <a:ext cx="5798539" cy="57985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itle 1"/>
          <p:cNvSpPr txBox="1"/>
          <p:nvPr>
            <p:ph type="title"/>
          </p:nvPr>
        </p:nvSpPr>
        <p:spPr>
          <a:xfrm>
            <a:off x="1261871" y="365759"/>
            <a:ext cx="9692642" cy="1325564"/>
          </a:xfrm>
          <a:prstGeom prst="rect">
            <a:avLst/>
          </a:prstGeom>
        </p:spPr>
        <p:txBody>
          <a:bodyPr/>
          <a:lstStyle>
            <a:lvl1pPr>
              <a:defRPr b="1" spc="-100" sz="3200" u="sng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Modules:</a:t>
            </a:r>
          </a:p>
        </p:txBody>
      </p:sp>
      <p:sp>
        <p:nvSpPr>
          <p:cNvPr id="126" name="Content Placeholder 2"/>
          <p:cNvSpPr txBox="1"/>
          <p:nvPr>
            <p:ph type="body" idx="1"/>
          </p:nvPr>
        </p:nvSpPr>
        <p:spPr>
          <a:xfrm>
            <a:off x="1261872" y="1828800"/>
            <a:ext cx="8595360" cy="4351338"/>
          </a:xfrm>
          <a:prstGeom prst="rect">
            <a:avLst/>
          </a:prstGeom>
        </p:spPr>
        <p:txBody>
          <a:bodyPr/>
          <a:lstStyle/>
          <a:p>
            <a:pPr marL="0" indent="0" defTabSz="438911">
              <a:lnSpc>
                <a:spcPct val="120000"/>
              </a:lnSpc>
              <a:spcBef>
                <a:spcPts val="1100"/>
              </a:spcBef>
              <a:buClrTx/>
              <a:buSzTx/>
              <a:buFontTx/>
              <a:buNone/>
              <a:defRPr spc="0" sz="1727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</a:t>
            </a:r>
            <a:r>
              <a:rPr b="1"/>
              <a:t>Grammar Input Module:</a:t>
            </a:r>
            <a:r>
              <a:t> Accepts the Context-Free Grammar from the user.</a:t>
            </a:r>
          </a:p>
          <a:p>
            <a:pPr marL="0" indent="0" defTabSz="438911">
              <a:lnSpc>
                <a:spcPct val="120000"/>
              </a:lnSpc>
              <a:spcBef>
                <a:spcPts val="1100"/>
              </a:spcBef>
              <a:buClrTx/>
              <a:buSzTx/>
              <a:buFontTx/>
              <a:buNone/>
              <a:defRPr spc="0" sz="1727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</a:t>
            </a:r>
            <a:r>
              <a:rPr b="1"/>
              <a:t>Grammar Parsing &amp; Validation:</a:t>
            </a:r>
            <a:r>
              <a:t> Parses productions and checks for invalid or undefined symbols.</a:t>
            </a:r>
          </a:p>
          <a:p>
            <a:pPr marL="0" indent="0" defTabSz="438911">
              <a:lnSpc>
                <a:spcPct val="120000"/>
              </a:lnSpc>
              <a:spcBef>
                <a:spcPts val="1100"/>
              </a:spcBef>
              <a:buClrTx/>
              <a:buSzTx/>
              <a:buFontTx/>
              <a:buNone/>
              <a:defRPr spc="0" sz="1727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</a:t>
            </a:r>
            <a:r>
              <a:rPr b="1"/>
              <a:t>FIRST Set Calculation:</a:t>
            </a:r>
            <a:r>
              <a:t> Calculates FIRST sets while handling terminals, non-terminals and epsilon.</a:t>
            </a:r>
          </a:p>
          <a:p>
            <a:pPr marL="0" indent="0" defTabSz="438911">
              <a:lnSpc>
                <a:spcPct val="120000"/>
              </a:lnSpc>
              <a:spcBef>
                <a:spcPts val="1100"/>
              </a:spcBef>
              <a:buClrTx/>
              <a:buSzTx/>
              <a:buFontTx/>
              <a:buNone/>
              <a:defRPr spc="0" sz="1727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</a:t>
            </a:r>
            <a:r>
              <a:rPr b="1"/>
              <a:t>FOLLOW Set Calculation:</a:t>
            </a:r>
            <a:r>
              <a:t> Calculates FOLLOW sets and propagates $ and other symbols according to grammar rules.</a:t>
            </a:r>
          </a:p>
          <a:p>
            <a:pPr marL="0" indent="0" defTabSz="438911">
              <a:lnSpc>
                <a:spcPct val="120000"/>
              </a:lnSpc>
              <a:spcBef>
                <a:spcPts val="1100"/>
              </a:spcBef>
              <a:buClrTx/>
              <a:buSzTx/>
              <a:buFontTx/>
              <a:buNone/>
              <a:defRPr spc="0" sz="1727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</a:t>
            </a:r>
            <a:r>
              <a:rPr b="1"/>
              <a:t>Result Display Module:</a:t>
            </a:r>
            <a:r>
              <a:t> Displays FIRST and FOLLOW sets in separate tables.</a:t>
            </a:r>
          </a:p>
          <a:p>
            <a:pPr marL="0" indent="0" defTabSz="438911">
              <a:lnSpc>
                <a:spcPct val="120000"/>
              </a:lnSpc>
              <a:spcBef>
                <a:spcPts val="1100"/>
              </a:spcBef>
              <a:buClrTx/>
              <a:buSzTx/>
              <a:buFontTx/>
              <a:buNone/>
              <a:defRPr spc="0" sz="1727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</a:t>
            </a:r>
            <a:r>
              <a:rPr b="1"/>
              <a:t>Error Handling Module:</a:t>
            </a:r>
            <a:r>
              <a:t> Displays meaningful errors for invalid grammar input.</a:t>
            </a:r>
          </a:p>
          <a:p>
            <a:pPr marL="0" indent="0" defTabSz="438911">
              <a:lnSpc>
                <a:spcPct val="120000"/>
              </a:lnSpc>
              <a:spcBef>
                <a:spcPts val="1100"/>
              </a:spcBef>
              <a:buClrTx/>
              <a:buSzTx/>
              <a:buFontTx/>
              <a:buNone/>
              <a:defRPr spc="0" sz="1727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code has explicit parsing, FIRST/FOLLOW computation, validation and rendering functions.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/>
          <p:nvPr>
            <p:ph type="title"/>
          </p:nvPr>
        </p:nvSpPr>
        <p:spPr>
          <a:xfrm>
            <a:off x="1063503" y="-46236"/>
            <a:ext cx="9692642" cy="1325564"/>
          </a:xfrm>
          <a:prstGeom prst="rect">
            <a:avLst/>
          </a:prstGeom>
        </p:spPr>
        <p:txBody>
          <a:bodyPr/>
          <a:lstStyle>
            <a:lvl1pPr>
              <a:defRPr b="1" spc="-100" sz="3200" u="sng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Conclusion &amp; Future Scope:</a:t>
            </a:r>
          </a:p>
        </p:txBody>
      </p:sp>
      <p:sp>
        <p:nvSpPr>
          <p:cNvPr id="129" name="Content Placeholder 2"/>
          <p:cNvSpPr txBox="1"/>
          <p:nvPr>
            <p:ph type="body" idx="1"/>
          </p:nvPr>
        </p:nvSpPr>
        <p:spPr>
          <a:xfrm>
            <a:off x="1297177" y="1475749"/>
            <a:ext cx="8595360" cy="4351338"/>
          </a:xfrm>
          <a:prstGeom prst="rect">
            <a:avLst/>
          </a:prstGeom>
        </p:spPr>
        <p:txBody>
          <a:bodyPr/>
          <a:lstStyle/>
          <a:p>
            <a:pPr marL="0" indent="0" defTabSz="416052">
              <a:lnSpc>
                <a:spcPct val="120000"/>
              </a:lnSpc>
              <a:spcBef>
                <a:spcPts val="1200"/>
              </a:spcBef>
              <a:buClrTx/>
              <a:buSzTx/>
              <a:buFontTx/>
              <a:buNone/>
              <a:defRPr b="1" spc="0" sz="163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Conclusion:</a:t>
            </a:r>
          </a:p>
          <a:p>
            <a:pPr marL="0" indent="0" defTabSz="416052">
              <a:lnSpc>
                <a:spcPct val="120000"/>
              </a:lnSpc>
              <a:spcBef>
                <a:spcPts val="1000"/>
              </a:spcBef>
              <a:buClrTx/>
              <a:buSzTx/>
              <a:buFontTx/>
              <a:buNone/>
              <a:defRPr spc="0" sz="163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system automates the calculation of FIRST and FOLLOW sets for Context-Free Grammars.</a:t>
            </a:r>
          </a:p>
          <a:p>
            <a:pPr marL="0" indent="0" defTabSz="416052">
              <a:lnSpc>
                <a:spcPct val="120000"/>
              </a:lnSpc>
              <a:spcBef>
                <a:spcPts val="1000"/>
              </a:spcBef>
              <a:buClrTx/>
              <a:buSzTx/>
              <a:buFontTx/>
              <a:buNone/>
              <a:defRPr spc="0" sz="163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It reduces the effort and errors involved in manual calculation.</a:t>
            </a:r>
          </a:p>
          <a:p>
            <a:pPr marL="0" indent="0" defTabSz="416052">
              <a:lnSpc>
                <a:spcPct val="120000"/>
              </a:lnSpc>
              <a:spcBef>
                <a:spcPts val="1000"/>
              </a:spcBef>
              <a:buClrTx/>
              <a:buSzTx/>
              <a:buFontTx/>
              <a:buNone/>
              <a:defRPr spc="0" sz="163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system handles multiple alternatives, epsilon productions and nullable symbols.</a:t>
            </a:r>
          </a:p>
          <a:p>
            <a:pPr marL="0" indent="0" defTabSz="416052">
              <a:lnSpc>
                <a:spcPct val="120000"/>
              </a:lnSpc>
              <a:spcBef>
                <a:spcPts val="1000"/>
              </a:spcBef>
              <a:buClrTx/>
              <a:buSzTx/>
              <a:buFontTx/>
              <a:buNone/>
              <a:defRPr spc="0" sz="163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It provides a simple interface for entering grammars and viewing results.</a:t>
            </a:r>
          </a:p>
          <a:p>
            <a:pPr marL="0" indent="0" defTabSz="416052">
              <a:lnSpc>
                <a:spcPct val="120000"/>
              </a:lnSpc>
              <a:spcBef>
                <a:spcPts val="1200"/>
              </a:spcBef>
              <a:buClrTx/>
              <a:buSzTx/>
              <a:buFontTx/>
              <a:buNone/>
              <a:defRPr b="1" spc="0" sz="163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Future Scope:</a:t>
            </a:r>
          </a:p>
          <a:p>
            <a:pPr marL="0" indent="0" defTabSz="416052">
              <a:lnSpc>
                <a:spcPct val="120000"/>
              </a:lnSpc>
              <a:spcBef>
                <a:spcPts val="1000"/>
              </a:spcBef>
              <a:buClrTx/>
              <a:buSzTx/>
              <a:buFontTx/>
              <a:buNone/>
              <a:defRPr spc="0" sz="163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Generate LL(1) Parsing Tables automatically and parse trees for input strings.</a:t>
            </a:r>
          </a:p>
          <a:p>
            <a:pPr marL="0" indent="0" defTabSz="416052">
              <a:lnSpc>
                <a:spcPct val="120000"/>
              </a:lnSpc>
              <a:spcBef>
                <a:spcPts val="1000"/>
              </a:spcBef>
              <a:buClrTx/>
              <a:buSzTx/>
              <a:buFontTx/>
              <a:buNone/>
              <a:defRPr spc="0" sz="163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Detect FIRST/FIRST and FIRST/FOLLOW conflicts.</a:t>
            </a:r>
          </a:p>
          <a:p>
            <a:pPr marL="0" indent="0" defTabSz="416052">
              <a:lnSpc>
                <a:spcPct val="120000"/>
              </a:lnSpc>
              <a:spcBef>
                <a:spcPts val="1000"/>
              </a:spcBef>
              <a:buClrTx/>
              <a:buSzTx/>
              <a:buFontTx/>
              <a:buNone/>
              <a:defRPr spc="0" sz="163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Add support for multi-character grammar symbols.</a:t>
            </a:r>
          </a:p>
          <a:p>
            <a:pPr marL="0" indent="0" defTabSz="416052">
              <a:lnSpc>
                <a:spcPct val="120000"/>
              </a:lnSpc>
              <a:spcBef>
                <a:spcPts val="1000"/>
              </a:spcBef>
              <a:buClrTx/>
              <a:buSzTx/>
              <a:buFontTx/>
              <a:buNone/>
              <a:defRPr spc="0" sz="163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Add grammar transformations such as left recursion removal and left factoring.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0000FF"/>
      </a:hlink>
      <a:folHlink>
        <a:srgbClr val="FF00FF"/>
      </a:folHlink>
    </a:clrScheme>
    <a:fontScheme name="View">
      <a:majorFont>
        <a:latin typeface="Helvetica"/>
        <a:ea typeface="Helvetica"/>
        <a:cs typeface="Helvetica"/>
      </a:majorFont>
      <a:minorFont>
        <a:latin typeface="Century Schoolbook"/>
        <a:ea typeface="Century Schoolbook"/>
        <a:cs typeface="Century Schoolbook"/>
      </a:minorFont>
    </a:fontScheme>
    <a:fmtScheme name="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15240" dir="5400000">
              <a:srgbClr val="000000">
                <a:alpha val="75000"/>
              </a:srgbClr>
            </a:outerShdw>
          </a:effectLst>
        </a:effectStyle>
        <a:effectStyle>
          <a:effectLst>
            <a:outerShdw sx="100000" sy="100000" kx="0" ky="0" algn="b" rotWithShape="0" blurRad="50800" dist="15240" dir="5400000">
              <a:srgbClr val="000000">
                <a:alpha val="7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397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15240" dir="5400000">
            <a:srgbClr val="000000">
              <a:alpha val="7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entury School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397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entury School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0000FF"/>
      </a:hlink>
      <a:folHlink>
        <a:srgbClr val="FF00FF"/>
      </a:folHlink>
    </a:clrScheme>
    <a:fontScheme name="View">
      <a:majorFont>
        <a:latin typeface="Helvetica"/>
        <a:ea typeface="Helvetica"/>
        <a:cs typeface="Helvetica"/>
      </a:majorFont>
      <a:minorFont>
        <a:latin typeface="Century Schoolbook"/>
        <a:ea typeface="Century Schoolbook"/>
        <a:cs typeface="Century Schoolbook"/>
      </a:minorFont>
    </a:fontScheme>
    <a:fmtScheme name="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15240" dir="5400000">
              <a:srgbClr val="000000">
                <a:alpha val="75000"/>
              </a:srgbClr>
            </a:outerShdw>
          </a:effectLst>
        </a:effectStyle>
        <a:effectStyle>
          <a:effectLst>
            <a:outerShdw sx="100000" sy="100000" kx="0" ky="0" algn="b" rotWithShape="0" blurRad="50800" dist="15240" dir="5400000">
              <a:srgbClr val="000000">
                <a:alpha val="7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397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15240" dir="5400000">
            <a:srgbClr val="000000">
              <a:alpha val="7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entury School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397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entury School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